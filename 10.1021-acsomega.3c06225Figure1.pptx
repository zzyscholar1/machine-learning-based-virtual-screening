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media/image1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Logo" descr=""/>
          <p:cNvPicPr/>
          <p:nvPr/>
        </p:nvPicPr>
        <p:blipFill>
          <a:blip r:embed=""/>
          <a:stretch/>
        </p:blipFill>
        <p:spPr>
          <a:xfrm>
            <a:off x="7086600" y="152280"/>
            <a:ext cx="1870200" cy="3556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609480" y="4648320"/>
            <a:ext cx="8077320" cy="45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CustomShape 2"/>
          <p:cNvSpPr/>
          <p:nvPr/>
        </p:nvSpPr>
        <p:spPr>
          <a:xfrm>
            <a:off x="533520" y="5867280"/>
            <a:ext cx="8381880" cy="99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/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DOI: (10.1021/acsomega.3c06225)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Line 3"/>
          <p:cNvSpPr/>
          <p:nvPr/>
        </p:nvSpPr>
        <p:spPr>
          <a:xfrm>
            <a:off x="457200" y="6170760"/>
            <a:ext cx="8381880" cy="1440"/>
          </a:xfrm>
          <a:prstGeom prst="line">
            <a:avLst/>
          </a:prstGeom>
          <a:ln w="3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42" name="Main graphic" descr=""/>
          <p:cNvPicPr/>
          <p:nvPr/>
        </p:nvPicPr>
        <p:blipFill>
          <a:blip r:embed="rId1"/>
          <a:stretch/>
        </p:blipFill>
        <p:spPr>
          <a:xfrm>
            <a:off x="1422360" y="1279800"/>
            <a:ext cx="6350040" cy="277488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